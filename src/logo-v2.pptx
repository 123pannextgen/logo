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3"/>
    <p:sldId id="259" r:id="rId4"/>
    <p:sldId id="258" r:id="rId5"/>
    <p:sldId id="260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9CA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047490" y="1380490"/>
            <a:ext cx="4097655" cy="4097655"/>
          </a:xfrm>
          <a:prstGeom prst="roundRect">
            <a:avLst>
              <a:gd name="adj" fmla="val 13776"/>
            </a:avLst>
          </a:prstGeom>
          <a:solidFill>
            <a:srgbClr val="202020"/>
          </a:solidFill>
          <a:ln w="88900">
            <a:solidFill>
              <a:srgbClr val="32323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064318" y="1950085"/>
            <a:ext cx="4064000" cy="19380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120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Font Awesome 7 Brands" panose="02000503000000000000" charset="0"/>
                <a:cs typeface="Font Awesome 7 Brands" panose="02000503000000000000" charset="0"/>
              </a:rPr>
              <a:t>123</a:t>
            </a:r>
            <a:endParaRPr lang="en-US" altLang="zh-CN" sz="120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Font Awesome 7 Brands" panose="02000503000000000000" charset="0"/>
              <a:cs typeface="Font Awesome 7 Brands" panose="02000503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907598" y="3622675"/>
            <a:ext cx="2377440" cy="11988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JetBrainsMono Nerd Font Mono" panose="02000009000000000000" charset="0"/>
                <a:cs typeface="JetBrainsMono Nerd Font Mono" panose="02000009000000000000" charset="0"/>
              </a:rPr>
              <a:t>next</a:t>
            </a:r>
            <a:endParaRPr lang="en-US" altLang="zh-CN" sz="720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JetBrainsMono Nerd Font Mono" panose="02000009000000000000" charset="0"/>
              <a:cs typeface="JetBrainsMono Nerd Font Mono" panose="02000009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20116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默认</a:t>
            </a:r>
            <a:endParaRPr lang="zh-CN" altLang="en-US" sz="720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047490" y="1380490"/>
            <a:ext cx="4097655" cy="4097655"/>
          </a:xfrm>
          <a:prstGeom prst="roundRect">
            <a:avLst>
              <a:gd name="adj" fmla="val 4556"/>
            </a:avLst>
          </a:prstGeom>
          <a:solidFill>
            <a:srgbClr val="202020"/>
          </a:solidFill>
          <a:ln w="889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064318" y="1950085"/>
            <a:ext cx="4064000" cy="19380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120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Font Awesome 7 Brands" panose="02000503000000000000" charset="0"/>
                <a:cs typeface="Font Awesome 7 Brands" panose="02000503000000000000" charset="0"/>
              </a:rPr>
              <a:t>123</a:t>
            </a:r>
            <a:endParaRPr lang="en-US" altLang="zh-CN" sz="120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Font Awesome 7 Brands" panose="02000503000000000000" charset="0"/>
              <a:cs typeface="Font Awesome 7 Brands" panose="02000503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907598" y="3622675"/>
            <a:ext cx="2377440" cy="11988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JetBrainsMono Nerd Font Mono" panose="02000009000000000000" charset="0"/>
                <a:cs typeface="JetBrainsMono Nerd Font Mono" panose="02000009000000000000" charset="0"/>
              </a:rPr>
              <a:t>next</a:t>
            </a:r>
            <a:endParaRPr lang="en-US" altLang="zh-CN" sz="720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JetBrainsMono Nerd Font Mono" panose="02000009000000000000" charset="0"/>
              <a:cs typeface="JetBrainsMono Nerd Font Mono" panose="02000009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496189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默认</a:t>
            </a:r>
            <a:r>
              <a:rPr lang="en-US" altLang="zh-CN" sz="72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r>
              <a:rPr lang="zh-CN" altLang="en-US" sz="72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无边框</a:t>
            </a:r>
            <a:endParaRPr lang="zh-CN" altLang="en-US" sz="720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047490" y="1380490"/>
            <a:ext cx="4097655" cy="4097655"/>
          </a:xfrm>
          <a:prstGeom prst="roundRect">
            <a:avLst>
              <a:gd name="adj" fmla="val 13776"/>
            </a:avLst>
          </a:prstGeom>
          <a:solidFill>
            <a:srgbClr val="202020"/>
          </a:solidFill>
          <a:ln w="88900">
            <a:solidFill>
              <a:srgbClr val="32323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064318" y="1950085"/>
            <a:ext cx="4064000" cy="19380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12000" b="1">
                <a:ln w="15875"/>
                <a:gradFill>
                  <a:gsLst>
                    <a:gs pos="0">
                      <a:srgbClr val="F2E9CA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0"/>
                </a:gradFill>
                <a:effectLst/>
                <a:latin typeface="Font Awesome 7 Brands" panose="02000503000000000000" charset="0"/>
                <a:cs typeface="Font Awesome 7 Brands" panose="02000503000000000000" charset="0"/>
              </a:rPr>
              <a:t>123</a:t>
            </a:r>
            <a:endParaRPr lang="en-US" altLang="zh-CN" sz="12000" b="1">
              <a:ln w="15875"/>
              <a:gradFill>
                <a:gsLst>
                  <a:gs pos="0">
                    <a:srgbClr val="F2E9CA"/>
                  </a:gs>
                  <a:gs pos="100000">
                    <a:schemeClr val="bg1">
                      <a:lumMod val="75000"/>
                    </a:schemeClr>
                  </a:gs>
                </a:gsLst>
                <a:lin ang="2700000" scaled="0"/>
              </a:gradFill>
              <a:effectLst/>
              <a:latin typeface="Font Awesome 7 Brands" panose="02000503000000000000" charset="0"/>
              <a:cs typeface="Font Awesome 7 Brands" panose="02000503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907598" y="3622675"/>
            <a:ext cx="2377440" cy="11988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JetBrainsMono Nerd Font Mono" panose="02000009000000000000" charset="0"/>
                <a:cs typeface="JetBrainsMono Nerd Font Mono" panose="02000009000000000000" charset="0"/>
              </a:rPr>
              <a:t>next</a:t>
            </a:r>
            <a:endParaRPr lang="en-US" altLang="zh-CN" sz="720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JetBrainsMono Nerd Font Mono" panose="02000009000000000000" charset="0"/>
              <a:cs typeface="JetBrainsMono Nerd Font Mono" panose="02000009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404749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默认</a:t>
            </a:r>
            <a:r>
              <a:rPr lang="en-US" altLang="zh-CN" sz="72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r>
              <a:rPr lang="zh-CN" altLang="en-US" sz="72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黄色</a:t>
            </a:r>
            <a:endParaRPr lang="zh-CN" altLang="en-US" sz="720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047490" y="1380490"/>
            <a:ext cx="4097655" cy="4097655"/>
          </a:xfrm>
          <a:prstGeom prst="roundRect">
            <a:avLst>
              <a:gd name="adj" fmla="val 13776"/>
            </a:avLst>
          </a:prstGeom>
          <a:solidFill>
            <a:schemeClr val="bg1">
              <a:lumMod val="95000"/>
            </a:schemeClr>
          </a:solidFill>
          <a:ln w="88900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n>
                <a:solidFill>
                  <a:schemeClr val="bg1">
                    <a:lumMod val="85000"/>
                  </a:schemeClr>
                </a:solidFill>
              </a:ln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64318" y="1950085"/>
            <a:ext cx="4064000" cy="19380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120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Font Awesome 7 Brands" panose="02000503000000000000" charset="0"/>
                <a:cs typeface="Font Awesome 7 Brands" panose="02000503000000000000" charset="0"/>
              </a:rPr>
              <a:t>123</a:t>
            </a:r>
            <a:endParaRPr lang="en-US" altLang="zh-CN" sz="120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latin typeface="Font Awesome 7 Brands" panose="02000503000000000000" charset="0"/>
              <a:cs typeface="Font Awesome 7 Brands" panose="02000503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907598" y="3622675"/>
            <a:ext cx="2377440" cy="11988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JetBrainsMono Nerd Font Mono" panose="02000009000000000000" charset="0"/>
                <a:cs typeface="JetBrainsMono Nerd Font Mono" panose="02000009000000000000" charset="0"/>
              </a:rPr>
              <a:t>next</a:t>
            </a:r>
            <a:endParaRPr lang="en-US" altLang="zh-CN" sz="720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JetBrainsMono Nerd Font Mono" panose="02000009000000000000" charset="0"/>
              <a:cs typeface="JetBrainsMono Nerd Font Mono" panose="02000009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20116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sz="72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白色</a:t>
            </a:r>
            <a:endParaRPr lang="zh-CN" sz="720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WPS 演示</Application>
  <PresentationFormat>宽屏</PresentationFormat>
  <Paragraphs>24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宋体</vt:lpstr>
      <vt:lpstr>Wingdings</vt:lpstr>
      <vt:lpstr>Font Awesome 7 Brands</vt:lpstr>
      <vt:lpstr>JetBrainsMono Nerd Font Mono</vt:lpstr>
      <vt:lpstr>Calibri</vt:lpstr>
      <vt:lpstr>微软雅黑</vt:lpstr>
      <vt:lpstr>宋体</vt:lpstr>
      <vt:lpstr>Noto Serif CJK SC</vt:lpstr>
      <vt:lpstr>Arial Unicode MS</vt:lpstr>
      <vt:lpstr>Calibri Light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AImixAE</cp:lastModifiedBy>
  <cp:revision>10</cp:revision>
  <dcterms:created xsi:type="dcterms:W3CDTF">2026-05-10T01:41:39Z</dcterms:created>
  <dcterms:modified xsi:type="dcterms:W3CDTF">2026-05-10T01:41:39Z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2052-12.1.2.25882</vt:lpwstr>
  </property>
  <property fmtid="{D5CDD505-2E9C-101B-9397-08002B2CF9AE}" pid="3" name="ICV">
    <vt:lpwstr>73913A56097A85D38B44F469842034AE_41</vt:lpwstr>
  </property>
</Properties>
</file>