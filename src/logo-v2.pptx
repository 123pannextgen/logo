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3"/>
    <p:sldId id="258" r:id="rId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9CA"/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4047490" y="1380490"/>
            <a:ext cx="4097655" cy="4097655"/>
          </a:xfrm>
          <a:prstGeom prst="roundRect">
            <a:avLst>
              <a:gd name="adj" fmla="val 13776"/>
            </a:avLst>
          </a:prstGeom>
          <a:solidFill>
            <a:srgbClr val="202020"/>
          </a:solidFill>
          <a:ln w="88900">
            <a:solidFill>
              <a:srgbClr val="32323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064318" y="1950085"/>
            <a:ext cx="4064000" cy="19380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pPr algn="ctr"/>
            <a:r>
              <a:rPr lang="en-US" altLang="zh-CN" sz="12000" b="1">
                <a:ln w="15875"/>
                <a:gradFill>
                  <a:gsLst>
                    <a:gs pos="0">
                      <a:schemeClr val="accent1">
                        <a:hueMod val="80000"/>
                      </a:schemeClr>
                    </a:gs>
                    <a:gs pos="100000">
                      <a:schemeClr val="accent1">
                        <a:alpha val="100000"/>
                      </a:schemeClr>
                    </a:gs>
                  </a:gsLst>
                  <a:lin ang="2700000" scaled="0"/>
                </a:gradFill>
                <a:effectLst/>
                <a:latin typeface="Font Awesome 7 Brands" panose="02000503000000000000" charset="0"/>
                <a:cs typeface="Font Awesome 7 Brands" panose="02000503000000000000" charset="0"/>
              </a:rPr>
              <a:t>123</a:t>
            </a:r>
            <a:endParaRPr lang="en-US" altLang="zh-CN" sz="12000" b="1">
              <a:ln w="15875"/>
              <a:gradFill>
                <a:gsLst>
                  <a:gs pos="0">
                    <a:schemeClr val="accent1">
                      <a:hueMod val="80000"/>
                    </a:schemeClr>
                  </a:gs>
                  <a:gs pos="100000">
                    <a:schemeClr val="accent1">
                      <a:alpha val="100000"/>
                    </a:schemeClr>
                  </a:gs>
                </a:gsLst>
                <a:lin ang="2700000" scaled="0"/>
              </a:gradFill>
              <a:effectLst/>
              <a:latin typeface="Font Awesome 7 Brands" panose="02000503000000000000" charset="0"/>
              <a:cs typeface="Font Awesome 7 Brands" panose="02000503000000000000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907598" y="3622675"/>
            <a:ext cx="2377440" cy="119888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 anchor="t">
            <a:spAutoFit/>
          </a:bodyPr>
          <a:p>
            <a:pPr algn="ctr"/>
            <a:r>
              <a:rPr lang="en-US" altLang="zh-CN" sz="72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JetBrainsMono Nerd Font Mono" panose="02000009000000000000" charset="0"/>
                <a:cs typeface="JetBrainsMono Nerd Font Mono" panose="02000009000000000000" charset="0"/>
              </a:rPr>
              <a:t>next</a:t>
            </a:r>
            <a:endParaRPr lang="en-US" altLang="zh-CN" sz="7200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JetBrainsMono Nerd Font Mono" panose="02000009000000000000" charset="0"/>
              <a:cs typeface="JetBrainsMono Nerd Font Mono" panose="02000009000000000000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4047490" y="1380490"/>
            <a:ext cx="4097655" cy="4097655"/>
          </a:xfrm>
          <a:prstGeom prst="roundRect">
            <a:avLst>
              <a:gd name="adj" fmla="val 13776"/>
            </a:avLst>
          </a:prstGeom>
          <a:solidFill>
            <a:srgbClr val="202020"/>
          </a:solidFill>
          <a:ln w="88900">
            <a:solidFill>
              <a:srgbClr val="32323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064318" y="1950085"/>
            <a:ext cx="4064000" cy="19380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pPr algn="ctr"/>
            <a:r>
              <a:rPr lang="en-US" altLang="zh-CN" sz="12000" b="1">
                <a:ln w="15875"/>
                <a:gradFill>
                  <a:gsLst>
                    <a:gs pos="0">
                      <a:srgbClr val="F2E9CA"/>
                    </a:gs>
                    <a:gs pos="100000">
                      <a:schemeClr val="bg1">
                        <a:lumMod val="75000"/>
                      </a:schemeClr>
                    </a:gs>
                  </a:gsLst>
                  <a:lin ang="2700000" scaled="0"/>
                </a:gradFill>
                <a:effectLst/>
                <a:latin typeface="Font Awesome 7 Brands" panose="02000503000000000000" charset="0"/>
                <a:cs typeface="Font Awesome 7 Brands" panose="02000503000000000000" charset="0"/>
              </a:rPr>
              <a:t>123</a:t>
            </a:r>
            <a:endParaRPr lang="en-US" altLang="zh-CN" sz="12000" b="1">
              <a:ln w="15875"/>
              <a:gradFill>
                <a:gsLst>
                  <a:gs pos="0">
                    <a:srgbClr val="F2E9CA"/>
                  </a:gs>
                  <a:gs pos="100000">
                    <a:schemeClr val="bg1">
                      <a:lumMod val="75000"/>
                    </a:schemeClr>
                  </a:gs>
                </a:gsLst>
                <a:lin ang="2700000" scaled="0"/>
              </a:gradFill>
              <a:effectLst/>
              <a:latin typeface="Font Awesome 7 Brands" panose="02000503000000000000" charset="0"/>
              <a:cs typeface="Font Awesome 7 Brands" panose="02000503000000000000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907598" y="3622675"/>
            <a:ext cx="2377440" cy="119888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 anchor="t">
            <a:spAutoFit/>
          </a:bodyPr>
          <a:p>
            <a:pPr algn="ctr"/>
            <a:r>
              <a:rPr lang="en-US" altLang="zh-CN" sz="72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JetBrainsMono Nerd Font Mono" panose="02000009000000000000" charset="0"/>
                <a:cs typeface="JetBrainsMono Nerd Font Mono" panose="02000009000000000000" charset="0"/>
              </a:rPr>
              <a:t>next</a:t>
            </a:r>
            <a:endParaRPr lang="en-US" altLang="zh-CN" sz="7200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JetBrainsMono Nerd Font Mono" panose="02000009000000000000" charset="0"/>
              <a:cs typeface="JetBrainsMono Nerd Font Mono" panose="02000009000000000000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WPS 演示</Application>
  <PresentationFormat>宽屏</PresentationFormat>
  <Paragraphs>8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31" baseType="lpstr">
      <vt:lpstr>Arial</vt:lpstr>
      <vt:lpstr>宋体</vt:lpstr>
      <vt:lpstr>Wingdings</vt:lpstr>
      <vt:lpstr>Calibri Light</vt:lpstr>
      <vt:lpstr>Noto Serif CJK SC</vt:lpstr>
      <vt:lpstr>微软雅黑</vt:lpstr>
      <vt:lpstr>宋体</vt:lpstr>
      <vt:lpstr>Arial Unicode MS</vt:lpstr>
      <vt:lpstr>Calibri</vt:lpstr>
      <vt:lpstr>思源宋体 CN Heavy</vt:lpstr>
      <vt:lpstr>D050000L</vt:lpstr>
      <vt:lpstr>GWZT-EN</vt:lpstr>
      <vt:lpstr>JetBrains Maple Mono ExtraLight</vt:lpstr>
      <vt:lpstr>JetBrainsMonoNL NF Medium</vt:lpstr>
      <vt:lpstr>JetBrainsMono Nerd Font Mono</vt:lpstr>
      <vt:lpstr>JetBrainsMono Nerd Font Propo</vt:lpstr>
      <vt:lpstr>思源宋体 CN Medium</vt:lpstr>
      <vt:lpstr>思源黑体 CN Medium</vt:lpstr>
      <vt:lpstr>思源黑体 CN Light</vt:lpstr>
      <vt:lpstr>思源黑体 CN Normal</vt:lpstr>
      <vt:lpstr>汉仪中圆B5</vt:lpstr>
      <vt:lpstr>思源黑体 CN</vt:lpstr>
      <vt:lpstr>Arial Black</vt:lpstr>
      <vt:lpstr>C059</vt:lpstr>
      <vt:lpstr>Corbel</vt:lpstr>
      <vt:lpstr>Constantia</vt:lpstr>
      <vt:lpstr>DejaVu Sans Condensed</vt:lpstr>
      <vt:lpstr>Font Awesome 7 Brands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AImixAE</cp:lastModifiedBy>
  <cp:revision>8</cp:revision>
  <dcterms:created xsi:type="dcterms:W3CDTF">2026-05-01T06:24:59Z</dcterms:created>
  <dcterms:modified xsi:type="dcterms:W3CDTF">2026-05-01T06:24:59Z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73913A56097A85D38B44F469842034AE_41</vt:lpwstr>
  </property>
</Properties>
</file>